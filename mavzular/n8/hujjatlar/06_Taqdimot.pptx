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Bugungi mavzu: ko‘ruv a’zosi shikastlarida tez tibbiy yordam, hamshiralik parvarishi va oftalmologik ekspertiza.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Uch savol: shikast turlari va shoshilinch yordam, asoratlar va parvarish, oftalmologik ekspertiza.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Ko‘z shikastlari mexanik, kimyoviy, termik va nurli bo‘ladi. Ko‘rish taqdiri birinchi yordam sifati va tezligiga bog‘liq. Ko‘rish o‘tkirligi albatta tekshiriladi.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Kontuziya to‘mtoq shikast. Yengil darajada ko‘rish pasaymaydi, o‘rta darajada gifema kuzatiladi, og‘ir darajada to‘r parda ko‘chishi va gemoftalm bo‘ladi. Kechki gematoma bosh suyagi singanidan darak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Ko‘z olmasi yaralanishida ko‘zga bosim berilmaydi, yara ichidagi yot jism olinmaydi. Antiseptik tomchi va binokulyar bog‘lam qo‘yiladi, qoqsholga qarshi zardob yuboriladi va bemor yotgan holda tashiladi.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Kimyoviy kuyishda ko‘z darhol ko‘p suv bilan yigirma-o‘ttiz daqiqa yuviladi. Ishqor kislotadan xavfliroq, chunki chuqur kirib boradi. Yuqori qovoq ag‘darilib, qoldiqlar olib tashlanadi.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Asoratlar: endoftalmit, travmatik katarakta, ikkilamchi glaukoma, sideroz, xalkoz va simpatik oftalmiya. Simpatik oftalmiya sog‘lom ko‘zning yallig‘lanishi bo‘lib, ko‘rlikka olib kelishi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Hamshira bog‘lam, tomchilar va umumiy holatni nazorat qiladi, ruhiy yordam ko‘rsatadi. Shikastlarning oldini olish uchun himoya ko‘zoynagi va xavfsizlik qoidalari zarur.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Ekspertiza ko‘rish va mehnat qobiliyatini baholaydi. Uning mehnat, harbiy, kasbiy va sud-tibbiy turlari bor. Nogironlik guruhi ekspert komissiyasi tomonidan belgilanadi.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tez va to‘g‘ri yordam ko‘rishni saqlab qoladi. Hamshira shikast turini ajrata olishi, xavfli xatolardan saqlanishi va hujjatni aniq yuritishi kerak. Endi testlarga o‘ting.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N-8 (Nazariy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Ko‘ruv a’zosining shikastlarida tez tibbiy yordam ko‘rsatish va hamshiralik parvarishi. Oftalmologik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Shikastlar va shoshilinch yordam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Asoratlar va parvarish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Ekspertiza</a:t>
            </a:r>
          </a:p>
        </p:txBody>
      </p:sp>
      <p:pic>
        <p:nvPicPr>
          <p:cNvPr id="16" name="Picture 15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2957"/>
            <a:ext cx="5303520" cy="48436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Shikast turlari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Mexanik, kimyoviy, termik, nurli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Patologiyaning 20 % 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Ko‘rishni albatta tekshirish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Hujjatni to‘liq yozish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Kontuziya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Yengil: poliklinika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O‘rta: statsionar, gifema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Og‘ir: zudlik bilan bo‘limga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Kechki gematoma: neyroxirurg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Yaralanish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Ko‘zga bosim bermaslik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Yotgan holda tashish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Binokulyar bog‘lam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Qoqsholga qarshi zardob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Kimyoviy kuyish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Darhol yuvish: 20–30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Ishqor chuqur kiradi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Qovoqni ag‘darib tozalash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Zudlik bilan bo‘limga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Asoratlar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Endoftalmit, panoftalmit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Sideroz, xalkoz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Simpatik oftalmiya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Uzoq kuzatuv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Parvarish va profilaktika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Nazorat va tomchilar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Ruhiy yordam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Himoya ko‘zoynagi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Bolalarni ogohlantirish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Oftalmologik ekspertiza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Mehnat va harbiy ekspertiza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Kasbiy tanlov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Sud-tibbiy ekspertiza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I, II, III guruh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Tez yordam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Xavfli xatolardan saqlanish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Aniq hujjat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