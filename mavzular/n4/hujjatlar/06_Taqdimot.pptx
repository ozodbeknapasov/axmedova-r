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Bugungi mavzu: ko‘z qovoqlari, ko‘z yoshi yo‘llari va shilliq parda yallig‘lanish kasalliklarida hamshiralik 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Uch savolni ko‘rib chiqamiz: qovoq kasalliklari, ko‘z yoshi a’zolari kasalliklari va kon’yunktivitlar.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Govmichcha kiprik ildizi bezining o‘tkir yiringli yallig‘lanishi. Uch bosqichi bor: infiltratsiya, yiringlash va so‘rilish. Uni siqish juda xavfli, chunki infeksiya ko‘z kosasi va miyaga tarqalishi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Blefarit qovoq qirralarining yallig‘lanishi, asosiy shikoyat qichish. Oddiy, qipiqli va yarali turlari bor. Xalazion esa og‘riqsiz, qattiq tugun bo‘lib, meybomiy bezi yo‘li yopilishidan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Dakrioadenit ko‘z yoshi bezining yallig‘lanishi, ko‘pincha gripp va tepkining asorati. Dakriotsistit ko‘z yoshi xaltasining yallig‘lanishi bo‘lib, xaltani bosganda yiring chiqishi xarakterli.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Chaqaloqlarda embrional parda so‘rilmay qolishi mumkin. Hamshira onaga ko‘z yoshi xaltasini yuqoridan pastga massaj qilishni o‘rgatadi. Yordam bermasa, shifokor yuvadi yoki zondlaydi.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Bakterial kon’yunktivitda yiringli ajralma, virusli kon’yunktivitda suvsimon ajralma va isitma, allergik kon’yunktivitda kuchli qichish kuzatiladi. O‘tkir kon’yunktivitda bog‘lam qo‘yilmaydi.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Gonoblenoreya chaqaloqlarda tug‘ruq paytida yuqadi va ko‘rlik xavfini tug‘diradi. Tug‘ruqxonada barcha chaqaloqlar ko‘zi profilaktik ishlanadi.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Hamshira ko‘zni ichki burchakdan tashqi burchakka yuvadi, dori tomizadi, har bir bemorga alohida sochiq va tampon ajratadi, yuqumli bemorni boshqalardan ajratadi.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qovoq va kon’yunktiva kasalliklari ko‘p uchraydi, lekin to‘g‘ri parvarish va gigiyena bilan asoratlarning oldini olish mumkin. Endi nazorat savollariga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N-4 (Nazariy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Ko‘z qovoqlari, ko‘z yoshi yo‘llari va shilliq qavat yallig‘lanish kasalliklarida hamshiralik 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Ko‘z qovoqlari kasalliklari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Dakrioadenit va dakriotsistit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Kon’yunktivitlar</a:t>
            </a:r>
          </a:p>
        </p:txBody>
      </p:sp>
      <p:pic>
        <p:nvPicPr>
          <p:cNvPr id="16" name="Picture 15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236" y="1280160"/>
            <a:ext cx="478952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Govmichcha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Infiltratsiya → yiringlash → so‘rilish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Yiringlashda: siqish, isitish, bog‘lam 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Asorat: abssess, flegmona</a:t>
            </a:r>
          </a:p>
        </p:txBody>
      </p:sp>
      <p:pic>
        <p:nvPicPr>
          <p:cNvPr id="16" name="Picture 15" descr="govmichc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74443"/>
            <a:ext cx="5303520" cy="3440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Blefarit va xalazion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Blefarit: oddiy, qipiqli, yarali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Asosiy shikoyat: qichish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Xalazion: og‘riqsiz tugun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Katta xalazion: jarrohlik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Ko‘z yoshi a’zolari kasalliklari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Dakrioadenit: S shaklidagi qovoq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Dakriotsistit: bosganda yiring chiqadi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Surunkali: dakriotsistorinostomiya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O‘tkirida yuvish va zondlash 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Chaqaloqlar dakriotsistiti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Sabab: so‘rilmagan embrional parda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Yuqoridan pastga massaj: kuniga 3–4 marta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Samara yo‘q: yuvish yoki zondlash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Kon’yunktivit turlari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Bakterial: yiringli ajralma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Virusli: suvsimon, juda yuqumli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Allergik: kuchli qichish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Bog‘lam qo‘yilmaydi</a:t>
            </a:r>
          </a:p>
        </p:txBody>
      </p:sp>
      <p:pic>
        <p:nvPicPr>
          <p:cNvPr id="19" name="Picture 18" descr="qizil_ko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3594"/>
            <a:ext cx="5303520" cy="39223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Gonoblenoreya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Qo‘zg‘atuvchi: Neysser gonokokki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Ko‘p yiring, qattiq shish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Tug‘ruqxonada profilaktika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Hamshiralik parvarishi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Alohida sochiq va tomchi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Qo‘l gigiyenasi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Ko‘zni to‘g‘ri yuvish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Jamoada tarqalishning oldini olish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Siqish va isitishdan saqlanish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Gigiyena va ajratish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Erta shifokorga murojaat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