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refraksiya va akkomodatsiya. Ko‘z qanday qilib nurni sindirishi va turli masofaga moslashishini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to‘rt savoldan iborat: asosiy tushunchalar, klinik refraksiya turlari, akkomodatsiya buzilishlari va refraksiyani tekshirish usullari.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Refraksiya ko‘zning optik tizimida nurlarning sinishidir. Ko‘zning umumiy sindirish kuchi oltmish dioptriya bo‘lib, uning qirq dioptriyasi shox pardaga, o‘n sakkiz-yigirma dioptriyasi gavharga to‘g‘ri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Yaqinga qaraganda kiprikli muskul qisqaradi, boylamlar bo‘shashadi, gavhar qavariqlashadi va sindirish kuchi ortadi. Uzoqqa qaraganda esa gavhar yassilanadi.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Emmetropiyada fokus to‘r pardada. Miopiyada fokus to‘r parda oldida, gipermetropiyada esa orqasida joylashadi.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Miopiyada bemor uzoqni xira ko‘radi. Darajalari: kuchsiz uch dioptriyagacha, o‘rta uchdan oltigacha, yuqori oltidan ko‘p. Botiq linza bilan tuzatiladi. Yuqori miopiyada to‘r parda ko‘chishi xavfi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Gipermetropiyada yaqinni ko‘rish qiyin, ko‘z tez charchaydi, bolalarda g‘ilaylik rivojlanishi mumkin. Qavariq linza bilan tuzatiladi. Astigmatizm silindrik linza bilan tuzatiladi.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Spazmda ko‘z vaqtincha faqat yaqindan ko‘radi. Falajda yaqinni ko‘ra olmaydi. Presbiopiya esa qirq-qirq besh yoshdan boshlanadigan tabiiy jarayon bo‘lib, qavariq linza bilan tuzatiladi.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Subyektiv usulda sinov linzalari qo‘yilib, bemor javobiga tayaniladi. Obyektiv usullar – skiaskopiya va avtorefraktometriya. Skiaskopiya bir metr masofada bajariladi va bolalar uchun qulay.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Kitobni o‘ttiz-o‘ttiz besh santimetr masofada tuting, yorug‘lik chap tomondan tushsin, har qirq-qirq besh daqiqada tanaffus qiling va ochiq havoda ko‘proq bo‘ling.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refraksiya ko‘zning optik kuchi, akkomodatsiya esa moslashish mexanizmi. Ularni bilish ko‘rish muammolarini erta aniqlash va to‘g‘ri tuzatishga yordam beradi. Endi simulyator va testlarga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N-3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Refraksiya va akkomodatsiya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Refraksiya va akkomodatsiya tushunchasi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Klinik refraksiya turlari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Akkomodatsiya va uning buzilishi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Tekshirish usullari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Refraksiya 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Optik tizim: shox parda, suyuqlik, gavhar, shishasimon tana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Umumiy kuch: ≈ 60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Shox parda: 40–43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Gavhar: 18–20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Akkomodatsiya mexanizmi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Yaqinga: muskul qisqaradi, gavhar qavariqlashadi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Uzoqqa: muskul bo‘shashadi, gavhar yassilanadi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Klassik nazariya: Gelmgols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Refraksiya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5/11</a:t>
            </a:r>
          </a:p>
        </p:txBody>
      </p:sp>
      <p:pic>
        <p:nvPicPr>
          <p:cNvPr id="7" name="Picture 6" descr="refraksiya_turl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47" y="1188720"/>
            <a:ext cx="747762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Miopiya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Uzoqni xira ko‘rish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Kuchsiz ≤3 D, o‘rta 3–6 D, yuqori &gt;6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Botiq (–) linza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Asorat: to‘r parda ko‘chishi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Gipermetropiya va astigmatizm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Yaqinni ko‘rish qiyin, charchash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Qavariq (+) linza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Astigmatizm: silindrik linza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Akkomodatsiya buzilishlari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Spazm: soxta miopiya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Falaj: yaqinni ko‘ra olmaslik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Presbiopiya: 40–45 yoshdan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40 yoshda +1,0 D, har 5 yilda +0,5 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Tekshirish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Subyektiv: sinov linzalari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Obyektiv: skiaskopiya (1 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Avtorefraktometriya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 gigiyenasi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Masofa 30–35 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Yorug‘lik chap tomondan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Har 40–45 daqiqada tanaffus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Ochiq havo, muntazam tekshiruv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Refraksiya: fokus va ko‘z o‘qi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Akkomodatsiya: gavhar va muskul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Erta aniqlash va to‘g‘ri tuzatish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