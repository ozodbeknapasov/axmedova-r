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 amaliy mashg‘ulotda retsept bilan ishlash, bemorni katarakta operatsiyasiga tayyorlash va operatsiyadan keyingi parvarishni o‘rganamiz.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Mashg‘ulot uch qismdan iborat: retseptlar, operatsiyaga tayyorlash va operatsiyadan keyingi parvarish.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Retseptda Rp. – ol, Sol. – eritma, D. S. – ber va belgila degan ma’noni bildiradi. Hamshira retseptni o‘qiydi, bemorga tushuntiradi va tomizishni o‘rgatadi.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Tomchilar kataraktani sekinlashtiradi, lekin gavharni tiniq qilmaydi. Tomchilar orasida kamida besh daqiqa kutiladi va flakon uchi ko‘zga tegmaydi.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Bemor tekshiruvdan o‘tadi, infeksiya o‘choqlari davolanadi. Operatsiya kuni oqliklar almashtiriladi, ko‘z antiseptik bilan yuviladi, tomchilar tomiziladi va premedikatsiya bajariladi.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Hamshira operatsiya qaysi ko‘zda bo‘lishini hujjatlardan tekshiradi. Rozilik varaqasi imzolanadi. Isitma yoki shamollash bo‘lsa, shifokorga xabar beriladi.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Binokulyar bog‘lam ikkala ko‘zga qo‘yiladi. U qattiq tortilmaydi, bint va quloq solinchog‘i orasiga barmoq sig‘ishi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Birinchi kuni bemor yordam bilan ovqatlanadi, suyuqlik suvdondan beriladi. Ko‘ngil aynisa, yonboshga o‘giriladi. Bog‘lam qonasa yoki kuchli og‘riq bo‘lsa, darhol shifokorga xabar beriladi.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Bemorga yozma tavsiya beriladi: tomchilar jadvali, himoya ko‘zoynagi, ko‘zga suv kirmasligi, bir oy og‘ir ish qilmaslik va kuzatuv muddatlari.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to‘g‘ri tayyorgarlik va parvarish operatsiya natijasini belgilaydi. Endi trenajyor bilan mashq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A-5 (Amaliy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Ko‘z gavhari va shishasimon tana kasalliklarida hamshiralik 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Boshlang‘ich davrda davo, retsept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Operatsiyaga tayyorlash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Keyingi parvarish</a:t>
            </a:r>
          </a:p>
        </p:txBody>
      </p:sp>
      <p:pic>
        <p:nvPicPr>
          <p:cNvPr id="16" name="Picture 15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27611"/>
            <a:ext cx="5303520" cy="3534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Retseptni o‘qish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Rp. – 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Sol. – eritma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Ung. – malham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D. S. – ber, belgila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Tomchilarga tavsiya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Sekinlashtiradi, tiniq qilmaydi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Orada kamida 5 daqiqa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Flakon uchi ko‘zga tegmaydi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Har 6 oyda ko‘rik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Operatsiyaga tayyorlash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Tahlillar, mutaxassislar ko‘rigi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Infeksiya o‘choqlarini davolash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Oqliklar, ko‘zni yuvish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Premedikatsiya: 30 daqiqa oldin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Xavfsizlik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Ko‘zni hujjatdan tekshirish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Rozilik varaqasi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Harorat, puls, bosim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Protez va linzalarni yechish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Bog‘lam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Yostiqchalar: 9×10 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Qattiq tortmaslik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Barmoq sig‘ishi</a:t>
            </a:r>
          </a:p>
        </p:txBody>
      </p:sp>
      <p:pic>
        <p:nvPicPr>
          <p:cNvPr id="16" name="Picture 15" descr="bandaj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68347"/>
            <a:ext cx="5303520" cy="3252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Operatsiyadan keyingi parvarish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Suyuqlik suvdondan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Yumshoq, yengil ovqat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Ko‘ngil aynisa: yonboshga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Qonash, og‘riq: shifokorga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Uyga chiqarish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Tomchilar jadvali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Himoya ko‘zoynagi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1 oy og‘ir ish qilmaslik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Belgilangan kunda kuzatuv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To‘g‘ri tayyorgarlik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Ehtiyotkor parvarish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Bemorni o‘rgatish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