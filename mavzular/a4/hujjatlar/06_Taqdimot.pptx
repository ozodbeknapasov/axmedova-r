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 amaliy mashg‘ulotda mahalliy og‘riqsizlantirish, yot jismni olish, iridotsiklitda birinchi yordam va ko‘z tubini tekshirishga tayyorlashni o‘rganamiz.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Mashg‘ulot uch qismdan iborat. Har bir muolaja mulyajda mashq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Anestetik tomchi o‘tish burmasiga tomiziladi. Ta’sir bir-ikki daqiqada boshlanadi. Bemorga ko‘zini ishqalamaslik tushuntiriladi. Anestetik uyga berilmaydi.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Kon’yunktivadagi yuza yot jismni hamshira namlangan tampon bilan oladi. Shox parda sathidagi yot jismni faqat shifokor oladi. Ko‘z ichiga kirgan yot jismga shubhada bemor shoshilinch yuboriladi.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Ikki ko‘z solishtiriladi: perikorneal qizarish, tor qorachiq, rangdor parda rangi o‘zgarishi. Ko‘rish o‘tkirligi avval sog‘lom ko‘zdan tekshiriladi.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Shifokor ko‘rsatmasi bilan qorachiqni kengaytiruvchi tomchi tomiziladi va ichki burchak bosib turiladi. Bemor himoya ko‘zoynagi taqadi va bo‘limga yuboriladi. Atropin glaukomada man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Oftalmoskopiyadan oldin glaukoma va allergiya so‘raladi, ko‘rish yoziladi, qorachiq kengaytiriladi. Tekshiruvdan keyin ko‘rish vaqtincha xiralashadi va bemor mashina haydamasligi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hamshira o‘z vakolatini biladi, xavfli belgilarni tanib oladi va muolajalarni xavfsiz bajaradi. Endi vaziyatli masalalarni yeching.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A-4 (Amaliy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Shox parda, oqsil parda, tomirli parda, to‘r parda va ko‘ruv nervi yallig‘lanish kasalliklarida hamshiralik 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Og‘riqsizlantirish, yot jism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Iridotsiklitda yordam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Ko‘z tubi tekshiruvi</a:t>
            </a:r>
          </a:p>
        </p:txBody>
      </p:sp>
      <p:pic>
        <p:nvPicPr>
          <p:cNvPr id="16" name="Picture 15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27611"/>
            <a:ext cx="5303520" cy="3534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Mahalliy og‘riqsizlantirish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1 tomchi o‘tish burmasiga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Ta’sir: 1–2 daqiqada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Ko‘zni ishqalamaslik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Uyga berilmaydi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Yot jism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Kon’yunktiva: namlangan tampon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Shox parda: faqat shifokor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Ko‘z ichida: shoshilinch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Flyuoressein sinamasi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Iridotsiklitda tekshirish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Perikorneal qizarish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Tor qorachiq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Kiprikli tana sohasida og‘riq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Sog‘lom ko‘zdan boshlash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Birinchi yordam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Midriatik: shifokor ko‘rsatmasi bilan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Ichki burchakni bosish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Himoya ko‘zoynagi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Atropin glaukomada 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Ko‘z tubini tekshirish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Glaukoma va allergiyani so‘rash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Midriatik: 15–20 daqiqa kutish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Keyin haydashni cheklash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Xuruj belgilarini tushuntirish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Vakolat chegarasini bilish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Xavfli belgilarni tanish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Xavfsiz muolaja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