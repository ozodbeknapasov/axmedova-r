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 amaliy mashg‘ulotda ko‘z shikastlarida birinchi yordam, bog‘lamlar, operatsiyaga tayyorlash va ekspertiza tekshiruvlarini o‘rganamiz.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Mashg‘ulot uch qismdan iborat. Vaziyatli masalalar va mulyajda mashqlar bajariladi.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Bemorni tinchlantiring, shikast sababini aniqlang, ko‘rishni tekshiring, ko‘zni ko‘zdan kechiring, yordam ko‘rsating, hujjatni yozing va kerak bo‘lsa, bo‘limga yuboring.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Birinchi soatlarda salfetkaga o‘ralgan muzli xaltacha o‘n-o‘n besh daqiqa qo‘yiladi. O‘rta va og‘ir darajada binokulyar bog‘lam qo‘yiladi va bemor yotgan holda yuboriladi.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Yuvish darhol boshlanadi va yigirma-o‘ttiz daqiqa davom etadi. Yuqori qovoq ag‘darilib, qoldiqlar olinadi. Teshib o‘tgan yarada esa ko‘z yuvilmaydi.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Shikastda ko‘pincha binokulyar bog‘lam qo‘yiladi, chunki ko‘zlar birga harakatlanadi. Bog‘lam ko‘zni bosmasligi, quloq ochiq qolishi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Tahlillar olinadi, qoqshol himoyasi aniqlanadi, oxirgi ovqatlanish vaqti so‘raladi, rozilik varaqasi rasmiylashtiriladi. Operatsiyadan keyin sog‘lom ko‘z ham kuzatiladi.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Ekspertiza uchun ko‘rish tuzatishsiz va tuzatish bilan tekshiriladi, ko‘ruv maydoni, rang va binokulyar ko‘rish baholanadi. Hamshira natijani aniq yozadi, xulosani shifokor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ketma-ketlik, tezlik va aniq hujjat shikastda eng muhim. Endi muolaja trenajyori bilan mashq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A-7 (Amaliy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Ko‘ruv a’zosining shikastlarida tez tibbiy yordam ko‘rsatish va hamshiralik parvarishi. Oftalmologik ekspertiza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Birinchi yordam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Bog‘lamlar va parvarish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O‘sma va ekspertiza</a:t>
            </a:r>
          </a:p>
        </p:txBody>
      </p:sp>
      <p:pic>
        <p:nvPicPr>
          <p:cNvPr id="16" name="Picture 15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27611"/>
            <a:ext cx="5303520" cy="3534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Shikastda ketma-ketlik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Tinchlantirish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Sabab va vaqtni aniqlash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Ko‘rishni tekshirish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Yordam, hujjat, yo‘llanma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Kontuziyada yordam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Muzli xaltacha: 10–15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Antiseptik tomchi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Binokulyar bog‘lam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Gifema: yarim o‘tirgan holat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Kuyishda yuvish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Darhol boshlash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20–30 daqiqa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Qovoqni ag‘darish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Bemor har tomonga qaraydi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Bog‘lamlar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Monokulyar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Binokulyar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Bosim bermaslik</a:t>
            </a:r>
          </a:p>
        </p:txBody>
      </p:sp>
      <p:pic>
        <p:nvPicPr>
          <p:cNvPr id="16" name="Picture 15" descr="boglam_turl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68347"/>
            <a:ext cx="5303520" cy="3252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Shoshilinch operatsiya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Tahlillar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Qoqshol himoyasi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Oxirgi ovqatlanish vaqti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Sog‘lom ko‘zni kuzatish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Ekspertiza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Tuzatishsiz va tuzatish bilan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Ko‘ruv maydoni, rang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Hujjatlarni tayyorlash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Xulosa: shifokor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Ketma-ketlik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Tezlik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Aniq hujjat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