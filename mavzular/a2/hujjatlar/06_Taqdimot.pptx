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 amaliy mashg‘ulotda refraksiyani tekshirish, presbiopiyada ko‘zoynak tanlash, qorachiq masofasini o‘lchash va retsept yozishni o‘rganamiz.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Mashg‘ulot uch qismdan iborat. Har bir muolajani juftlikda mashq qilasiz.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To‘plamda musbat va manfiy sferik linzalar, silindrik linzalar va to‘siqlar bor. Linza faqat tutqichidan ushlanadi, optik qismiga barmoq tekkizilmaydi.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Bemor besh metrdan jadvalga qaraydi. Ko‘z oldiga plus nol butun beshdan linza qo‘yiladi. Ko‘rish yaxshilansa gipermetropiya, yomonlashsa minus linza sinab ko‘riladi. Miopiyada eng kuchsiz manfiy linza 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Skiaskopiya qorong‘i xonada, bir metr masofada bajariladi. Hamshira xona, lampa va lineykalarni tayyorlaydi, bemorni to‘g‘ri o‘tqazadi va natijani yozadi.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Qirq yoshda plus bir dioptriya, har besh yilda nol butun besh qo‘shiladi. Refraksiya anomaliyasi bo‘lsa, kuch algebraik qo‘shiladi. Masalan, minus bir dioptriyali elliklik bemorga plus bir dioptriya.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Retseptda har bir ko‘z uchun sfera, silindr, o‘q va qorachiqlar orasidagi masofa yoziladi. Belgi va o‘nli kasr aniq yozilishi shart, chunki xato noto‘g‘ri ko‘zoynakka olib keladi.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Chizg‘ich burun ustida gorizontal tutiladi. Kattalarda bu masofa oltmish-yetmish millimetr. Yaqin uchun ikki-to‘rt millimetr kam 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Yorug‘lik yon tomondan bir ko‘zga yo‘naltiriladi. Shu ko‘zdagi torayish to‘g‘ri reaksiya, ikkinchi ko‘zdagi torayish hamkor reaksiya. Reaksiya yo‘qligi haqida darhol shifokorga xabar beriladi.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aniq o‘lchov va to‘g‘ri yozuv qulay ko‘zoynakning asosidir. Endi muolaja trenajyori va amaliy topshiriqlarga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A-2 (Amaliy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Refraksiya va akkomodatsiya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Refraksiyani tekshirish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Presbiopiya va retsept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PD o‘lchash, qorachiq reaksiyasi</a:t>
            </a:r>
          </a:p>
        </p:txBody>
      </p:sp>
      <p:pic>
        <p:nvPicPr>
          <p:cNvPr id="16" name="Picture 15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27611"/>
            <a:ext cx="5303520" cy="3534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Sinov linzalari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Sferik (+) va (–) linzalar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Silindrik linzalar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Faqat tutqichidan ushlash</a:t>
            </a:r>
          </a:p>
        </p:txBody>
      </p:sp>
      <p:pic>
        <p:nvPicPr>
          <p:cNvPr id="16" name="Picture 15" descr="linzalar_toplam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008" y="1280160"/>
            <a:ext cx="334198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Subyektiv usul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+0,5 D bilan yaxshilansa: gipermetropiya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–0,5 D bilan yaxshilansa: miopiya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Miopiyada: eng kuchsiz manfiy linza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Gipermetropiyada: eng kuchli musbat linza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Skiaskopiya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Qorong‘i xona, masofa 1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Soya harakati kuzatiladi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Bolalar uchun qulay</a:t>
            </a:r>
          </a:p>
        </p:txBody>
      </p:sp>
      <p:pic>
        <p:nvPicPr>
          <p:cNvPr id="16" name="Picture 15" descr="skiaskopik_lineyk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70340"/>
            <a:ext cx="5303520" cy="3848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Presbiopiyada ko‘zoynak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40 yosh: +1,0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Har 5 yilda +0,5 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60 yosh: +3,0 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Misol: –1,0 + 2,0 = +1,0 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Retsept yozish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OD, OS: har bir ko‘z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Sph, Cyl, 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PD, maqsad, imzo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Qorachiq masofasini o‘lchash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Bir balandlikda o‘tirish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Chizg‘ich ko‘zga tegmaydi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Norma: 60–70 mm</a:t>
            </a:r>
          </a:p>
        </p:txBody>
      </p:sp>
      <p:pic>
        <p:nvPicPr>
          <p:cNvPr id="16" name="Picture 15" descr="qorachiq_oralig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567550"/>
            <a:ext cx="5303520" cy="2454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Qorachiq reaksiyasi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To‘g‘ri reaksiya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Hamkor reaksiya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Reaksiya yo‘q: shifokorga xabar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Algoritmga amal qilish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Aniq yozuv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Bemor bilan muloqot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