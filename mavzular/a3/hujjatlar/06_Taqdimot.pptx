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Assalomu alaykum! Bu amaliy mashg‘ulotda qovoq ko‘rigi, qovoqni ag‘darish, ko‘zni yuvish, ko‘z yoshi yo‘llarini tekshirish va monokulyar bog‘lam qo‘yishni o‘rganamiz.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Mashg‘ulot uch qismdan iborat. Har bir muolaja avval ko‘rsatiladi, keyin juftlikda mashq qilinadi.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Ko‘rik yaxshi yoritilgan xonada bajariladi. Qovoqlar, ko‘z tirqishi, ko‘z yoshi yo‘llari, kon’yunktiva, sklera va shox parda tartib bilan baholanadi. Ikki ko‘z solishtiriladi.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Bemor pastga qaraydi. Qovoq kiprikli chetidan ushlab pastga va oldinga tortiladi, tog‘ay ustidan yengil bosib ag‘dariladi. Ko‘z teshilishiga shubha bo‘lsa, bu muolaja qilinmaydi.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Ko‘z stakanchasi yoki shprits bilan yuviladi. Oqim ichki burchakdan tashqi burchakka yo‘naltiriladi va shox parda markaziga to‘g‘ridan-to‘g‘ri berilmaydi.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Qovoq massaji surunkali blefaritda shisha tayoqcha bilan bajariladi. Surtma davolashdan oldin pastki o‘tish burmasidan olinadi, tayoqcha kipriklarga tegmasligi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Kollargol sinamasida bir-ikki tomchi bo‘yoq tomiziladi, burundagi paxta bo‘yalsa yo‘llar o‘tkazuvchan. Yuvish va zondlashni shifokor bajaradi, hamshira jihozlarni tayyorlaydi.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Ko‘zga salfetka va paxta qo‘yiladi, bint peshona atrofidan aylantirilib, quloq ostidan ko‘z ustiga olib chiqiladi. Bog‘lam quloqni bosmasligi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Xulosa: to‘g‘ri bajarilgan muolaja bemorni asoratlardan saqlaydi. Aseptika, muloqot va aniq algoritm eng muhim shartlardir. Endi trenajyor bilan mashq qiling.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97280" cy="7315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EF2"/>
                </a:solidFill>
                <a:latin typeface="Calibri"/>
              </a:rPr>
              <a:t>“Oftalmologiyada hamshiralik ishi” moduli  •  A-3 (Amaliy mashg‘ulot)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Ko‘z qovoqlari, ko‘z yoshi yo‘llari va shilliq qavat yallig‘lanish kasalliklarida hamshiralik parvarishi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Muallif: Axmedova Roxila, “Oftalmologiya” fani o‘qituvchisi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Shahrisabz Abu Ali ibn Sino nomidagi jamoat salomatligi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Mashg‘ulot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2/9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Qovoq ko‘rigi va ag‘darish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Yuvish, massaj, surtma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Ko‘z yoshi yo‘llari, bog‘lam</a:t>
            </a:r>
          </a:p>
        </p:txBody>
      </p:sp>
      <p:pic>
        <p:nvPicPr>
          <p:cNvPr id="16" name="Picture 15" descr="plak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27611"/>
            <a:ext cx="5303520" cy="35342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Tashqi ko‘rik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3/9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Yaxshi yoritish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Ikki ko‘zni solishtirish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Tartib bilan baholash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Natijani aniq yozish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Yuqori qovoqni ag‘darish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4/9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Bemor pastga qaraydi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Qovoqni pastga va oldinga tortish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Tog‘ay chetini bosish, ag‘darish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Teshilish shubhasida: mumkin emas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Ko‘zni yuvish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5/9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Stakancha: 1 daqiqa, eritmani almashtirish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Oqim: ichki → tashqi burchak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Shox parda markaziga bermaslik</a:t>
            </a:r>
          </a:p>
        </p:txBody>
      </p:sp>
      <p:pic>
        <p:nvPicPr>
          <p:cNvPr id="16" name="Picture 15" descr="koz_yuv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947" y="1280160"/>
            <a:ext cx="466210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Massaj va surtma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6/9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Massaj: 1–2 daqiqa, keyin malham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O‘tkir bosqichda massaj qilinmaydi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Surtma: davolashdan oldin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Tayoqcha kipriklarga tegmaydi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Ko‘z yoshi yo‘llarini tekshirish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7/9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Kollargol sinamasi: 3–5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Paxta bo‘yaldi: o‘tkazuvchan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Zondlash: faqat shifokor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O‘tkir jarayonda man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Monokulyar bog‘lam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8/9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Salfetka va paxta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Peshona atrofidan mahkamlash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Quloq ostidan ko‘z ustiga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Quloq ochiq qoladi</a:t>
            </a:r>
          </a:p>
        </p:txBody>
      </p:sp>
      <p:pic>
        <p:nvPicPr>
          <p:cNvPr id="19" name="Picture 18" descr="bandaj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356" y="1280160"/>
            <a:ext cx="460728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9/9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Aseptika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Muloqot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Aniq algoritm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