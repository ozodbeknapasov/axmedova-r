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Assalomu alaykum! Bu amaliy mashg‘ulotda ko‘z ichi bosimini aniqlash, glaukoma xurujida yordam, g‘ilaylik va ko‘z o‘smalarida parvarishni o‘rganamiz.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Mashg‘ulot uch qismdan iborat. Muolajalar mulyajda mashq qilinadi.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Bemor pastga qaraydi. Ikki ko‘rsatkich barmoq bilan yuqori qovoq ustidan ko‘z navbatma-navbat yengil bosiladi. Natija Tn yoki T plyus, T minus belgilari bilan yoziladi. Shikastda bu usul bajarilmaydi.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Bemor chalqancha yotadi, anestetik tomiziladi. O‘n grammlik tonometr bo‘yalgan maydonchasi bilan shox parda markaziga qo‘yiladi, izi qog‘ozga olinib o‘lchanadi. Norma o‘n sakkizdan yigirma olti millimetr.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Bosim bir necha kun ertalab va kechqurun o‘lchanadi. Kunlik farq besh millimetrdan oshmasligi kerak. Natija jadvalga yoziladi va shifokorga taqdim etiladi.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Kuchli og‘riq, qusish, keng qorachiq, xira shox parda va toshdek qattiq ko‘z xuruj belgilari. Shifokorni chaqiring, ko‘rsatma bilan pilokarpin tomizing, atropin man etiladi.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Ambliopiyada yaxshi ko‘radigan ko‘z yopiladi. Bog‘lam toza va quruq teriga yopishtiriladi, bola ko‘zoynak bilan yaqin masofali mashg‘ulotlar bajaradi.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O‘sma bilan og‘rigan bemorga ruhiy yordam muhim. Ko‘z protezi iliq qaynatilgan suv bilan yuviladi, spirt ishlatilmaydi. Protez odatda bir-ikki oydan keyin qo‘yiladi.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Xulosa: aniq o‘lchash, xurujni tez tanish va bemorni o‘rgatish ko‘rishni saqlab qoladi. Endi vaziyatli masalalar va trenajyorga o‘ting.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97280" cy="73152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6EEF2"/>
                </a:solidFill>
                <a:latin typeface="Calibri"/>
              </a:rPr>
              <a:t>“Oftalmologiyada hamshiralik ishi” moduli  •  A-6 (Amaliy mashg‘ulot)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Glaukoma, g‘ilaylik, ko‘ruv a’zosi o‘smalarida hamshiralik ishi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3212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Muallif: Axmedova Roxila, “Oftalmologiya” fani o‘qituvchisi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Shahrisabz Abu Ali ibn Sino nomidagi jamoat salomatligi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Mashg‘ulot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2/9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Bosimni aniqlash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Glaukoma xuruji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G‘ilaylik va o‘smalar</a:t>
            </a:r>
          </a:p>
        </p:txBody>
      </p:sp>
      <p:pic>
        <p:nvPicPr>
          <p:cNvPr id="16" name="Picture 15" descr="plak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27611"/>
            <a:ext cx="5303520" cy="35342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Palpator usul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3/9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Bemor pastga qaraydi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Ikki barmoq bilan yengil bosish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Tn, T+1…3, T–1…3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Shikastda mumkin emas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Maklakov tonometriyasi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4/9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Chalqancha, anestetik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Bo‘yoq, 10 g tonometr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Izni o‘lchash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Norma: 18–26 mm sim. ust.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Kunlik tonometriya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5/9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Ertalab va kechqurun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Farq ≤ 5 mm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Jadval yoki grafik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Glaukoma xuruji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6/9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Belgilar: og‘riq, qusish, keng qorachiq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Shifokorni chaqirish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Pilokarpin: har 15 daqiqada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Atropin man!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Okklyuziya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7/9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Yaxshi ko‘zni yopish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Toza, quruq teri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Yaqin masofali mashg‘ulotlar</a:t>
            </a:r>
          </a:p>
        </p:txBody>
      </p:sp>
      <p:pic>
        <p:nvPicPr>
          <p:cNvPr id="16" name="Picture 15" descr="gilaylik_turlar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512813"/>
            <a:ext cx="5303520" cy="25638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O‘smalar va protez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8/9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Ruhiy yordam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Protezni yuvish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Spirt ishlatmaslik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Ikkinchi ko‘zni himoya qilish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9/9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Aniq o‘lchash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Xurujni tez tanish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Bemorni o‘rgatish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