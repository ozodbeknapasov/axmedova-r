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Assalomu alaykum! Bugungi mavzu: ko‘z gavhari va shishasimon tana kasalliklarida hamshiralik 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To‘rt savol ko‘rib chiqiladi: katarakta va afakiya, katarakta bosqichlari va davosi, shishasimon tana kasalliklari hamda fan yangiliklari.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Katarakta gavharning xiralashishi. Ko‘rish og‘riqsiz, asta-sekin pasayadi. Eng asosiy sababi yosh, shuningdek, diabet, shikast va nurlanish ham sabab bo‘ladi. Bu qaytariladigan ko‘rlik.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Afakiya gavharsiz ko‘z. Sindirish kuchi kamayadi, akkomodatsiya yo‘qoladi, rangdor parda titraydi. Eng yaxshi tuzatish usuli sun’iy gavhar qo‘yishdir.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Boshlang‘ich bosqichda ko‘rish deyarli normal. Yetilmagan bosqichda keskin pasayadi. Yetilganda faqat yorug‘lik seziladi. O‘ta yetilgan bosqichda asoratlar xavfi yuqori.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Asosiy davo jarrohlik. Operatsiyadan oldin bemor tayyorlanadi, keyin esa yonboshlab yotmaslik, og‘ir yuk ko‘tarmaslik, ko‘zni ishqalamaslik va tomchilarni muntazam tomizish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Xiralashishda ko‘z oldida pashshalar va iplar ko‘rinadi. Gemoftalmda shishasimon tanaga qon quyiladi, ko‘rish keskin pasayadi, bemor boshi baland holatda saqlanadi va shoshilinch yuboriladi.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Shox pardada kichik kesim qilinadi, gavhar ultratovush bilan maydalanib so‘rib olinadi va sun’iy gavhar kiritiladi. Tiklanish tez, odatda chok qo‘yilmaydi.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Monofokal linza bir masofaga, torik linza astigmatizmga, multifokal linza esa uzoq va yaqinni ko‘zoynaksiz ko‘rishga mo‘ljallangan. Ikkilamchi katarakta YAG-lazer bilan tuzatiladi.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Xulosa: katarakta qaytariladigan ko‘rlik. Hamshira bemorni operatsiyaga tayyorlaydi, keyingi parvarishni o‘rgatadi va yangi belgilarni o‘z vaqtida aniqlaydi. Endi simulyatorni ko‘ring.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097280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EF2"/>
                </a:solidFill>
                <a:latin typeface="Calibri"/>
              </a:rPr>
              <a:t>“Oftalmologiyada hamshiralik ishi” moduli  •  N-6 (Nazariy mashg‘ulot)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Ko‘z gavhari va shishasimon tana kasalliklarida hamshiralik ishi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Muallif: Axmedova Roxila, “Oftalmologiya” fani o‘qituvchisi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Shahrisabz Abu Ali ibn Sino nomidagi jamoat salomatligi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Mashg‘ulot rejasi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Katarakta va afakiya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Bosqichlar, davo, parvarish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Shishasimon tana kasalliklari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Fan yangiliklari</a:t>
            </a:r>
          </a:p>
        </p:txBody>
      </p:sp>
      <p:pic>
        <p:nvPicPr>
          <p:cNvPr id="19" name="Picture 18" descr="pla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2957"/>
            <a:ext cx="5303520" cy="4843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Katarakta nima?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Gavhar xiralashishi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Og‘riqsiz, asta-sekin ko‘rish pasayishi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Sabab: yosh, diabet, shikast, nur</a:t>
            </a:r>
          </a:p>
        </p:txBody>
      </p:sp>
      <p:pic>
        <p:nvPicPr>
          <p:cNvPr id="16" name="Picture 15" descr="katarak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09774"/>
            <a:ext cx="5303520" cy="2969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Afakiya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Gavharsiz ko‘z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Yuqori gipermetropiya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Iridodonez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Sun’iy gavhar: artifakiya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Katarakta bosqichlari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Boshlang‘ich: xiralanish chekkada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Yetilmagan: qorachiq kulrang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Yetilgan: yorug‘lik sezish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O‘ta yetilgan: asorat xavfi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Davolash va parvarish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Tomchilar: faqat sekinlashtiradi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Operatsiya: asosiy davo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Keyin: yonboshlab yotmaslik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Tomchilar 3–4 hafta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Shishasimon tana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Destruksiya: “pashshalar”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Gemoftalm: qon quyilishi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Boshi baland holat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Endoftalmit: shoshilinch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Fakoemulsifikatsiya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Kesim ≈ 2,2 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Ultratovush bilan maydalash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57607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54406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B2631"/>
                </a:solidFill>
                <a:latin typeface="Calibri"/>
              </a:rPr>
              <a:t>Sun’iy gavhar kiritish</a:t>
            </a:r>
          </a:p>
        </p:txBody>
      </p:sp>
      <p:pic>
        <p:nvPicPr>
          <p:cNvPr id="16" name="Picture 15" descr="fakoemulsifikatsiy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14194"/>
            <a:ext cx="5303520" cy="2961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Sun’iy gavhar turlari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Monofokal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Torik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Multifokal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16552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16552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16552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YAG-lazer: ikkilamchi katarakta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Calibri"/>
              </a:rPr>
              <a:t>Oftalmologiyada hamshiralik ishi  |  Axmedova Roxila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Erta aniqlash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86584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86584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86584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Operatsiyaga tayyorlash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01568"/>
            <a:ext cx="11247120" cy="896112"/>
          </a:xfrm>
          <a:prstGeom prst="roundRect">
            <a:avLst>
              <a:gd name="adj" fmla="val 18000"/>
            </a:avLst>
          </a:prstGeom>
          <a:solidFill>
            <a:srgbClr val="EA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01568"/>
            <a:ext cx="109728" cy="89611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01568"/>
            <a:ext cx="1092708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1B2631"/>
                </a:solidFill>
                <a:latin typeface="Calibri"/>
              </a:rPr>
              <a:t>Uy sharoitidagi parvarish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