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Bugungi mavzu: glaukoma, g‘ilaylik va ko‘ruv a’zosi o‘smalarida hamshiralik 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To‘rt savolni ko‘rib chiqamiz: glaukoma tushunchasi, uning turlari va xuruji, g‘ilaylik hamda ko‘z o‘smalari.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Glaukoma ko‘z ichi bosimi oshishi, ko‘ruv nervi atrofiyasi va ko‘ruv maydoni torayishi bilan kechadigan kasallik. U qaytmas ko‘rlikning asosiy sababi va uzoq vaqt sezilmay kechadi.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Suyuqlik kiprikli tanada hosil bo‘lib, orqa kameradan qorachiq orqali oldingi kameraga o‘tadi va Shlemm kanali orqali chiqadi. Chiqish yo‘li to‘silsa, bosim oshadi.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Ochiq burchakli glaukoma shikoyatsiz kechadi. Yopiq burchakli glaukomada og‘riq, tuman va rangli kamalak kuzatiladi. Davolash tomchilar, lazer va jarrohlikdan iborat.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O‘tkir xurujda ko‘z va boshda kuchli og‘riq, qusish, ko‘rish keskin pasayishi bo‘ladi. Qorachiq keng, ko‘z toshdek qattiq. Shifokor ko‘rsatmasi bilan pilokarpin tomiziladi, atropin man etiladi.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G‘ilaylikda ikki ko‘zning ko‘rish o‘qlari bir nuqtada kesishmaydi. Hamkor va falaj, konvergent va divergent turlari bor. Davolash ko‘zoynak, okklyuziya, mashqlar va jarrohlikdan iborat.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Qovoqda bazalioma ko‘p uchraydi. Kattalarda tomirli parda melanomasi xavfli. Bolalarda retinoblastoma leykokoriya bilan namoyon bo‘ladi va bola zudlik bilan mutaxassisga yuboriladi.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Hamshira qirq yoshdan oshganlarda ko‘z ichi bosimini tekshirishni tashkil etadi, bemorga tomchilarni muntazam tomizishni o‘rgatadi, g‘ilaylikli bolani erta yo‘naltiradi va dispanser nazoratini yuritadi.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glaukomani erta aniqlash ko‘rishni saqlab qoladi. G‘ilaylik erta davolanishi, o‘smalar esa o‘z vaqtida aniqlanishi kerak. Endi simulyator va testlarga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N-7 (Nazariy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Glaukoma, g‘ilaylik, ko‘ruv a’zosi o‘smalarida hamshiralik 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Glaukoma va ko‘z ichi bosimi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Turlari, xuruj, davo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G‘ilaylik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O‘smalar</a:t>
            </a:r>
          </a:p>
        </p:txBody>
      </p:sp>
      <p:pic>
        <p:nvPicPr>
          <p:cNvPr id="19" name="Picture 18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2957"/>
            <a:ext cx="5303520" cy="48436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Glaukoma nima?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Bosim oshishi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Ko‘ruv nervi atrofiyasi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Ko‘ruv maydoni torayishi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“Ko‘rishning jimjit o‘g‘risi”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Suyuqlik aylanishi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4/10</a:t>
            </a:r>
          </a:p>
        </p:txBody>
      </p:sp>
      <p:pic>
        <p:nvPicPr>
          <p:cNvPr id="7" name="Picture 6" descr="suyuqlik_aylanis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699" y="1188720"/>
            <a:ext cx="916612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Ochiq va yopiq burchakli glaukoma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Ochiq: shikoyatsiz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Yopiq: og‘riq, rangli kamalak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Tomchilar umr bo‘yi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Lazer va jarrohlik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O‘tkir xuruj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Kuchli og‘riq, qusish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Qorachiq keng, ko‘z qattiq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Pilokarpin: har 15 daqiqada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Atropin man! Zudlik bilan bo‘limga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G‘ilaylik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Hamkor va falaj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Konvergent, divergent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Ambliopiya: okklyuziya</a:t>
            </a:r>
          </a:p>
        </p:txBody>
      </p:sp>
      <p:pic>
        <p:nvPicPr>
          <p:cNvPr id="16" name="Picture 15" descr="gilaylik_turl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512813"/>
            <a:ext cx="5303520" cy="25638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Ko‘z o‘smalari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Bazalioma: qovoq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Melanoma: ko‘z ichi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Retinoblastoma: oq qorachiq</a:t>
            </a:r>
          </a:p>
        </p:txBody>
      </p:sp>
      <p:pic>
        <p:nvPicPr>
          <p:cNvPr id="16" name="Picture 15" descr="leykokoriy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865534"/>
            <a:ext cx="5303520" cy="18584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Hamshira vazifalari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Bosimni tekshirishni tashkil etish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Tomchilarni muntazam tomizish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Bolalarni erta yo‘naltirish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Dispanser nazorati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Glaukoma: erta aniqlash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G‘ilaylik: erta davolash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O‘smalar: ogohlantiruvchi belgilar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