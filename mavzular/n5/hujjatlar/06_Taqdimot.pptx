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Assalomu alaykum! Bugungi mavzu: shox parda, oqsil parda, tomirli parda, to‘r parda va ko‘ruv nervi kasalliklarida hamshiralik ishi.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Biz to‘rt guruh kasallikni ko‘rib chiqamiz: keratitlar, sklera kasalliklari, tomirli parda yallig‘lanishlari, to‘r parda va ko‘ruv nervi kasalliklari.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Keratit uchun yorug‘likdan qo‘rqish, ko‘z yoshlanishi, qovoq qisilishi va og‘riq xos. Shox pardada infiltrat paydo bo‘ladi, sezgirlik pasayadi, perikorneal qizarish kuzatiladi.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Sudraluvchi yara tez tarqaladi, oldingi kamerada gipopion hosil bo‘ladi, bemor shoshilinch yotqiziladi. Gerpetik keratitda daraxt shoxiga o‘xshash yara bo‘ladi va sezgirlik keskin pasayadi.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Episklerit yuza qavat yallig‘lanishi bo‘lib yengil kechadi. Sklerit chuqur qavat yallig‘lanishi, kuchli kechki og‘riq bilan kechadi. Ikkalasi ham ko‘pincha umumiy kasalliklar bilan bog‘liq.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Iridotsiklitda og‘riq, yorug‘likdan qo‘rqish, ko‘rish pasayishi, perikorneal qizarish va qorachiq torayishi kuzatiladi. Atropin yopishishlarning oldini oladi, lekin glaukomada u man etiladi.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Diabetik retinopatiya qandli diabetning og‘ir asorati. Bemor yiliga kamida bir marta ko‘z tubi tekshiruvidan o‘tishi kerak. Davolashda qand nazorati va lazer koagulyatsiyasi qo‘llaniladi.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To‘satdan ko‘rish yo‘qolishi shoshilinch holat. To‘r parda ko‘chishida chaqnashlar va parda kuzatiladi. Markaziy arteriya yopilishida ko‘rish soniyalarda yo‘qoladi. Bemor darhol ko‘z bo‘limiga yuboriladi.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Hamshira tomchilarni aniq tomizadi, atropindan keyin ichki burchakni bosib turadi, ko‘rish va og‘riqni kuzatadi, bemor xavfsizligini ta’minlaydi va umumiy kasalliklarni davolash zarurligini tushuntiradi.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Xulosa: ko‘z pardalari kasalliklari ko‘rishni jiddiy xavf ostiga qo‘yadi. Erta aniqlash va shoshilinch holatlarni tanish hamshiraning asosiy vazifasidir. Endi testga o‘ting.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097280" cy="73152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6EEF2"/>
                </a:solidFill>
                <a:latin typeface="Calibri"/>
              </a:rPr>
              <a:t>“Oftalmologiyada hamshiralik ishi” moduli  •  N-5 (Nazariy mashg‘ulot)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8813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Shox parda, oqsil parda yallig‘lanish kasalliklarida hamshiralik ishi. Tomirli parda, to‘r parda va ko‘ruv nervi yallig‘lanish kasalliklarida hamshiralik parvarishi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532120"/>
            <a:ext cx="10881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Muallif: Axmedova Roxila, “Oftalmologiya” fani o‘qituvchisi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Shahrisabz Abu Ali ibn Sino nomidagi jamoat salomatligi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Mashg‘ulot rejasi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2/10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Keratitlar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Episklerit va sklerit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Iridotsiklit, xorioidit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To‘r parda va ko‘ruv nervi</a:t>
            </a:r>
          </a:p>
        </p:txBody>
      </p:sp>
      <p:pic>
        <p:nvPicPr>
          <p:cNvPr id="19" name="Picture 18" descr="plak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72957"/>
            <a:ext cx="5303520" cy="48436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Keratit belgilari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3/10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Shox parda sindromi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Perikorneal qizarish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Infiltrat va yara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Flyuoressein sinamasi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Og‘ir keratitlar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4/10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Sudraluvchi yara: gipopion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Gerpetik: daraxtsimon yara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Asorat: bulut, belmo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Bog‘lam qo‘yilmaydi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Episklerit va sklerit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5/10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Episklerit: yuza, yengil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Sklerit: chuqur, kuchli og‘riq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Sabab: revmatizm, sil, kollagenozlar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Iridotsiklit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6/10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Qorachiq toraygan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Rangdor parda rangi o‘zgargan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Atropin: sinexiyalarning oldini olish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Atropin glaukomada man!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Retinopatiya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7/10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Mikroanevrizma, qon quyilish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Qand va qon bosimi nazorati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Yiliga kamida 1 marta tekshiruv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Lazer koagulyatsiyasi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Shoshilinch holatlar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8/10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To‘r parda ko‘chishi: chaqnash, parda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Arteriya yopilishi: soniyalarda ko‘rlik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Nevrit: ko‘rish tez pasayadi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Darhol ixtisoslashgan bo‘limga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Hamshiralik parvarishi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9/10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Aniq muolaja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Ichki burchakni bosish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Ko‘rish va og‘riq nazorati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Bemor xavfsizligi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Xulosa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10/10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Erta aniqlash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Shoshilinch holatlarni tanish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Umumiy kasalliklarni davolash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